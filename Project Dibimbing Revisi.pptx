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250" t="2101" r="1250" b="2941"/>
          <a:stretch>
            <a:fillRect/>
          </a:stretch>
        </p:blipFill>
        <p:spPr>
          <a:xfrm>
            <a:off x="0" y="-635"/>
            <a:ext cx="16244570" cy="91446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2941"/>
          <a:stretch>
            <a:fillRect/>
          </a:stretch>
        </p:blipFill>
        <p:spPr>
          <a:xfrm>
            <a:off x="0" y="38100"/>
            <a:ext cx="16256000" cy="90430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906" b="2941"/>
          <a:stretch>
            <a:fillRect/>
          </a:stretch>
        </p:blipFill>
        <p:spPr>
          <a:xfrm>
            <a:off x="0" y="635"/>
            <a:ext cx="16256000" cy="91427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2941"/>
          <a:stretch>
            <a:fillRect/>
          </a:stretch>
        </p:blipFill>
        <p:spPr>
          <a:xfrm>
            <a:off x="0" y="38100"/>
            <a:ext cx="16256000" cy="91052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910" r="624"/>
          <a:stretch>
            <a:fillRect/>
          </a:stretch>
        </p:blipFill>
        <p:spPr>
          <a:xfrm>
            <a:off x="793115" y="6019800"/>
            <a:ext cx="11221085" cy="27266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2941"/>
          <a:stretch>
            <a:fillRect/>
          </a:stretch>
        </p:blipFill>
        <p:spPr>
          <a:xfrm>
            <a:off x="0" y="38100"/>
            <a:ext cx="16256000" cy="91052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2941"/>
          <a:stretch>
            <a:fillRect/>
          </a:stretch>
        </p:blipFill>
        <p:spPr>
          <a:xfrm>
            <a:off x="0" y="38100"/>
            <a:ext cx="16256000" cy="9106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01" b="2941"/>
          <a:stretch>
            <a:fillRect/>
          </a:stretch>
        </p:blipFill>
        <p:spPr>
          <a:xfrm>
            <a:off x="0" y="635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2941"/>
          <a:stretch>
            <a:fillRect/>
          </a:stretch>
        </p:blipFill>
        <p:spPr>
          <a:xfrm>
            <a:off x="0" y="38100"/>
            <a:ext cx="16256000" cy="91052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01"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2941"/>
          <a:stretch>
            <a:fillRect/>
          </a:stretch>
        </p:blipFill>
        <p:spPr>
          <a:xfrm>
            <a:off x="0" y="38100"/>
            <a:ext cx="16256000" cy="91052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WPS_1704852697</cp:lastModifiedBy>
  <cp:revision>3</cp:revision>
  <dcterms:created xsi:type="dcterms:W3CDTF">2006-08-16T00:00:00Z</dcterms:created>
  <dcterms:modified xsi:type="dcterms:W3CDTF">2026-06-13T10:47:24Z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C268F72A2ECA4C15A199CC4521E8FD2D_12</vt:lpwstr>
  </property>
</Properties>
</file>